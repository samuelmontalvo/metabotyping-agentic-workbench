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7b9d430f14800" /><Relationship Type="http://schemas.openxmlformats.org/officeDocument/2006/relationships/extended-properties" Target="/docProps/app.xml" Id="R40a603ea155f4c0a" /><Relationship Type="http://schemas.openxmlformats.org/officeDocument/2006/relationships/officeDocument" Target="/ppt/presentation.xml" Id="R7c55e565fe3b481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a53522d5c11447f"/>
  </p:sldMasterIdLst>
  <p:notesMasterIdLst>
    <p:notesMasterId xmlns:r="http://schemas.openxmlformats.org/officeDocument/2006/relationships" r:id="R5f16882e294344c8"/>
  </p:notesMasterIdLst>
  <p:sldIdLst>
    <p:sldId xmlns:r="http://schemas.openxmlformats.org/officeDocument/2006/relationships" id="256" r:id="R5a91ae1f31214734"/>
    <p:sldId xmlns:r="http://schemas.openxmlformats.org/officeDocument/2006/relationships" id="257" r:id="R972519e055eb49c1"/>
    <p:sldId xmlns:r="http://schemas.openxmlformats.org/officeDocument/2006/relationships" id="258" r:id="R09b37fa2bb2e4910"/>
    <p:sldId xmlns:r="http://schemas.openxmlformats.org/officeDocument/2006/relationships" id="259" r:id="R7254f96bffe642ea"/>
    <p:sldId xmlns:r="http://schemas.openxmlformats.org/officeDocument/2006/relationships" id="260" r:id="Rf81dd75e81604738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897722d8021a4a8d"/>
      <p:bold xmlns:r="http://schemas.openxmlformats.org/officeDocument/2006/relationships" r:id="Rc9b8a7c92d2f48f3"/>
      <p:italic xmlns:r="http://schemas.openxmlformats.org/officeDocument/2006/relationships" r:id="Rbcfea7723ec3493b"/>
      <p:boldItalic xmlns:r="http://schemas.openxmlformats.org/officeDocument/2006/relationships" r:id="R15573df537844976"/>
    </p:embeddedFont>
    <p:embeddedFont>
      <p:font typeface="Open Sans"/>
      <p:regular xmlns:r="http://schemas.openxmlformats.org/officeDocument/2006/relationships" r:id="R24d30fecbde4491c"/>
      <p:bold xmlns:r="http://schemas.openxmlformats.org/officeDocument/2006/relationships" r:id="R74265070f7264599"/>
      <p:italic xmlns:r="http://schemas.openxmlformats.org/officeDocument/2006/relationships" r:id="R95019bd0eb8e48bf"/>
      <p:boldItalic xmlns:r="http://schemas.openxmlformats.org/officeDocument/2006/relationships" r:id="Rec23bd240ad64c4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e3ebd302e4214" /><Relationship Type="http://schemas.openxmlformats.org/officeDocument/2006/relationships/slideMaster" Target="/ppt/slideMasters/slideMaster1.xml" Id="Rfa53522d5c11447f" /><Relationship Type="http://schemas.openxmlformats.org/officeDocument/2006/relationships/notesMaster" Target="/ppt/notesMasters/notesMaster1.xml" Id="R5f16882e294344c8" /><Relationship Type="http://schemas.openxmlformats.org/officeDocument/2006/relationships/presProps" Target="/ppt/presProps.xml" Id="R1dcf43c9b3c440fc" /><Relationship Type="http://schemas.openxmlformats.org/officeDocument/2006/relationships/viewProps" Target="/ppt/viewProps.xml" Id="R172755fbeada4660" /><Relationship Type="http://schemas.openxmlformats.org/officeDocument/2006/relationships/tableStyles" Target="/ppt/tableStyles.xml" Id="R7bf20141e7bc49b7" /><Relationship Type="http://schemas.openxmlformats.org/officeDocument/2006/relationships/font" Target="/ppt/fonts/font.dat" Id="R897722d8021a4a8d" /><Relationship Type="http://schemas.openxmlformats.org/officeDocument/2006/relationships/font" Target="/ppt/fonts/font2.dat" Id="Rc9b8a7c92d2f48f3" /><Relationship Type="http://schemas.openxmlformats.org/officeDocument/2006/relationships/font" Target="/ppt/fonts/font3.dat" Id="Rbcfea7723ec3493b" /><Relationship Type="http://schemas.openxmlformats.org/officeDocument/2006/relationships/font" Target="/ppt/fonts/font4.dat" Id="R15573df537844976" /><Relationship Type="http://schemas.openxmlformats.org/officeDocument/2006/relationships/font" Target="/ppt/fonts/font5.dat" Id="R24d30fecbde4491c" /><Relationship Type="http://schemas.openxmlformats.org/officeDocument/2006/relationships/font" Target="/ppt/fonts/font6.dat" Id="R74265070f7264599" /><Relationship Type="http://schemas.openxmlformats.org/officeDocument/2006/relationships/font" Target="/ppt/fonts/font7.dat" Id="R95019bd0eb8e48bf" /><Relationship Type="http://schemas.openxmlformats.org/officeDocument/2006/relationships/font" Target="/ppt/fonts/font8.dat" Id="Rec23bd240ad64c49" /><Relationship Type="http://schemas.openxmlformats.org/officeDocument/2006/relationships/slide" Target="/ppt/slides/slide1.xml" Id="R5a91ae1f31214734" /><Relationship Type="http://schemas.openxmlformats.org/officeDocument/2006/relationships/slide" Target="/ppt/slides/slide2.xml" Id="R972519e055eb49c1" /><Relationship Type="http://schemas.openxmlformats.org/officeDocument/2006/relationships/slide" Target="/ppt/slides/slide3.xml" Id="R09b37fa2bb2e4910" /><Relationship Type="http://schemas.openxmlformats.org/officeDocument/2006/relationships/slide" Target="/ppt/slides/slide4.xml" Id="R7254f96bffe642ea" /><Relationship Type="http://schemas.openxmlformats.org/officeDocument/2006/relationships/slide" Target="/ppt/slides/slide5.xml" Id="Rf81dd75e8160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cfb5bd19340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8956434054b3b" /><Relationship Type="http://schemas.openxmlformats.org/officeDocument/2006/relationships/notesMaster" Target="/ppt/notesMasters/notesMaster1.xml" Id="R09965390d40045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27508a5e947af" /><Relationship Type="http://schemas.openxmlformats.org/officeDocument/2006/relationships/notesMaster" Target="/ppt/notesMasters/notesMaster1.xml" Id="Rdbe32a998f1a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c7e8a35964331" /><Relationship Type="http://schemas.openxmlformats.org/officeDocument/2006/relationships/notesMaster" Target="/ppt/notesMasters/notesMaster1.xml" Id="R601b2828a78d46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bf6b55c3aa4714" /><Relationship Type="http://schemas.openxmlformats.org/officeDocument/2006/relationships/notesMaster" Target="/ppt/notesMasters/notesMaster1.xml" Id="Ra53593812a0045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3d1265e43b45c4" /><Relationship Type="http://schemas.openxmlformats.org/officeDocument/2006/relationships/notesMaster" Target="/ppt/notesMasters/notesMaster1.xml" Id="Rbd2cd18fde24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91332a5474678" /><Relationship Type="http://schemas.openxmlformats.org/officeDocument/2006/relationships/image" Target="/ppt/media/image2.png" Id="R647f7bc1f2bc4f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f45eee46c43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345fc43514d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191dcd65c4e05" /><Relationship Type="http://schemas.openxmlformats.org/officeDocument/2006/relationships/image" Target="/ppt/media/image2.png" Id="R743d160fe2bc4e31" /><Relationship Type="http://schemas.openxmlformats.org/officeDocument/2006/relationships/image" Target="/ppt/media/image.jpeg" Id="R232b7d8d2ed74f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4c92a61ae49ce" /><Relationship Type="http://schemas.openxmlformats.org/officeDocument/2006/relationships/image" Target="/ppt/media/image2.png" Id="R49e6a57a2b124431" /><Relationship Type="http://schemas.openxmlformats.org/officeDocument/2006/relationships/image" Target="/ppt/media/image3.png" Id="Rcf7b52897feb48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615a5c0240f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d0cc77d2f42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7e231068d41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2163a85fe4c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a85c363324d5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a3187bb7da407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0015f8b3e47e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f71a006f7401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d2cbdae654cb8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7f7bc1f2bc4f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3d160fe2bc4e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32b7d8d2ed74fb8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e6a57a2b1244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b52897feb48d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07d17a93f624af3" /><Relationship Type="http://schemas.openxmlformats.org/officeDocument/2006/relationships/theme" Target="/ppt/slideMasters/theme/theme2.xml" Id="R9b407697909742be" /><Relationship Type="http://schemas.openxmlformats.org/officeDocument/2006/relationships/slideLayout" Target="/ppt/slideLayouts/slideLayout1.xml" Id="R08c4f19020274ac6" /><Relationship Type="http://schemas.openxmlformats.org/officeDocument/2006/relationships/slideLayout" Target="/ppt/slideLayouts/slideLayout2.xml" Id="R385ac0577d294786" /><Relationship Type="http://schemas.openxmlformats.org/officeDocument/2006/relationships/slideLayout" Target="/ppt/slideLayouts/slideLayout3.xml" Id="R0e58acbc08cc4557" /><Relationship Type="http://schemas.openxmlformats.org/officeDocument/2006/relationships/slideLayout" Target="/ppt/slideLayouts/slideLayout4.xml" Id="Re3d49817062c4e69" /><Relationship Type="http://schemas.openxmlformats.org/officeDocument/2006/relationships/slideLayout" Target="/ppt/slideLayouts/slideLayout5.xml" Id="Ra4022a4aaa1e42dc" /><Relationship Type="http://schemas.openxmlformats.org/officeDocument/2006/relationships/slideLayout" Target="/ppt/slideLayouts/slideLayout6.xml" Id="Rcbb721044bc14158" /><Relationship Type="http://schemas.openxmlformats.org/officeDocument/2006/relationships/slideLayout" Target="/ppt/slideLayouts/slideLayout7.xml" Id="R7e984399825846d7" /><Relationship Type="http://schemas.openxmlformats.org/officeDocument/2006/relationships/slideLayout" Target="/ppt/slideLayouts/slideLayout8.xml" Id="Rd76a2ee013474a2c" /><Relationship Type="http://schemas.openxmlformats.org/officeDocument/2006/relationships/slideLayout" Target="/ppt/slideLayouts/slideLayout9.xml" Id="R659fc17df2574c7f" /><Relationship Type="http://schemas.openxmlformats.org/officeDocument/2006/relationships/slideLayout" Target="/ppt/slideLayouts/slideLayout10.xml" Id="Rebade66a53674c05" /><Relationship Type="http://schemas.openxmlformats.org/officeDocument/2006/relationships/slideLayout" Target="/ppt/slideLayouts/slideLayout11.xml" Id="R59152fb9a02240db" /><Relationship Type="http://schemas.openxmlformats.org/officeDocument/2006/relationships/slideLayout" Target="/ppt/slideLayouts/slideLayout12.xml" Id="Re77b9cf8dada4ab7" /><Relationship Type="http://schemas.openxmlformats.org/officeDocument/2006/relationships/slideLayout" Target="/ppt/slideLayouts/slideLayout13.xml" Id="R5581ce54328e4481" /><Relationship Type="http://schemas.openxmlformats.org/officeDocument/2006/relationships/slideLayout" Target="/ppt/slideLayouts/slideLayout14.xml" Id="R01215a9397fc4e5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7d17a93f624a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4f19020274ac6"/>
    <p:sldLayoutId xmlns:r="http://schemas.openxmlformats.org/officeDocument/2006/relationships" id="2147483650" r:id="R385ac0577d294786"/>
    <p:sldLayoutId xmlns:r="http://schemas.openxmlformats.org/officeDocument/2006/relationships" id="2147483651" r:id="R0e58acbc08cc4557"/>
    <p:sldLayoutId xmlns:r="http://schemas.openxmlformats.org/officeDocument/2006/relationships" id="2147483652" r:id="Re3d49817062c4e69"/>
    <p:sldLayoutId xmlns:r="http://schemas.openxmlformats.org/officeDocument/2006/relationships" id="2147483653" r:id="Ra4022a4aaa1e42dc"/>
    <p:sldLayoutId xmlns:r="http://schemas.openxmlformats.org/officeDocument/2006/relationships" id="2147483654" r:id="Rcbb721044bc14158"/>
    <p:sldLayoutId xmlns:r="http://schemas.openxmlformats.org/officeDocument/2006/relationships" id="2147483655" r:id="R7e984399825846d7"/>
    <p:sldLayoutId xmlns:r="http://schemas.openxmlformats.org/officeDocument/2006/relationships" id="2147483656" r:id="Rd76a2ee013474a2c"/>
    <p:sldLayoutId xmlns:r="http://schemas.openxmlformats.org/officeDocument/2006/relationships" id="2147483657" r:id="R659fc17df2574c7f"/>
    <p:sldLayoutId xmlns:r="http://schemas.openxmlformats.org/officeDocument/2006/relationships" id="2147483658" r:id="Rebade66a53674c05"/>
    <p:sldLayoutId xmlns:r="http://schemas.openxmlformats.org/officeDocument/2006/relationships" id="2147483659" r:id="R59152fb9a02240db"/>
    <p:sldLayoutId xmlns:r="http://schemas.openxmlformats.org/officeDocument/2006/relationships" id="2147483660" r:id="Re77b9cf8dada4ab7"/>
    <p:sldLayoutId xmlns:r="http://schemas.openxmlformats.org/officeDocument/2006/relationships" id="2147483661" r:id="R5581ce54328e4481"/>
    <p:sldLayoutId xmlns:r="http://schemas.openxmlformats.org/officeDocument/2006/relationships" id="2147483662" r:id="R01215a9397fc4e5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0943e47f7234926" /><Relationship Type="http://schemas.openxmlformats.org/officeDocument/2006/relationships/image" Target="/ppt/media/image4.png" Id="R9b5c6c7c86a14d11" /><Relationship Type="http://schemas.openxmlformats.org/officeDocument/2006/relationships/notesSlide" Target="/ppt/notesSlides/notesSlide1.xml" Id="Rfac78016e221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cc5b2e77a2146c6" /><Relationship Type="http://schemas.openxmlformats.org/officeDocument/2006/relationships/notesSlide" Target="/ppt/notesSlides/notesSlide2.xml" Id="R8dc13196da3c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eb297cfee3f44d7" /><Relationship Type="http://schemas.openxmlformats.org/officeDocument/2006/relationships/notesSlide" Target="/ppt/notesSlides/notesSlide3.xml" Id="Rbf74049a4bf04f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1d1b9aaeb484f67" /><Relationship Type="http://schemas.openxmlformats.org/officeDocument/2006/relationships/image" Target="/ppt/media/image5.png" Id="R878bc59560ad417d" /><Relationship Type="http://schemas.openxmlformats.org/officeDocument/2006/relationships/notesSlide" Target="/ppt/notesSlides/notesSlide4.xml" Id="R3807e284dc4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eca350fc5964ada" /><Relationship Type="http://schemas.openxmlformats.org/officeDocument/2006/relationships/notesSlide" Target="/ppt/notesSlides/notesSlide5.xml" Id="R030e4efd61a348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c6c7c86a14d11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4C27C4AD-7CA7-4441-ABBF-44514B27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OFFLINE SYNTHETIC-DATA MVP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Evidence-gated discovery, curation, and harmonization</a:t>
            </a:r>
          </a:p>
          <a:p xmlns:a="http://schemas.openxmlformats.org/drawingml/2006/main">
            <a:pPr algn="l"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for metabolomics reuse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gaps are the bottleneck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studies can be combined, investigators must establish what was measured, when, how, and with what identity and assay evidence.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usable</a:t>
            </a:r>
          </a:p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Verify metadata</a:t>
            </a:r>
          </a:p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access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Reconcile</a:t>
            </a:r>
          </a:p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uncertainty</a:t>
            </a:r>
          </a:p>
          <a:p xmlns:a="http://schemas.openxmlformats.org/drawingml/2006/main">
            <a:pPr algn="ctr"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to expert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 similarity is not</a:t>
            </a:r>
          </a:p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is not</a:t>
            </a:r>
          </a:p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VO₂max.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are not</a:t>
            </a:r>
          </a:p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poolable.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Without explicit evidence states, confident automation can silently convert uncertainty into analysis-ready data.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Heterogeneous records become explicit evidence models before any decision moves downstream.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models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Deterministic decisions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gaps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+ assay checks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Reviewable 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candidates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Provenance-bearing cards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requires human review     |     non-combinable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artifact records source location, rule version, rationale, and unresolved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Contracts propose—never decide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assemble evidence and frame questions for review.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enforce advisory output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Typed packets require human adjudication and contain no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blocks unsafe merges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 artifacts.</a:t>
            </a:r>
          </a:p>
        </p:txBody>
      </p:sp>
      <p:sp>
        <p:nvSpPr>
          <p:cNvPr id="13" name="safety-callout-band">
            <a:extLst xmlns:a="http://schemas.openxmlformats.org/drawingml/2006/main">
              <a:ext uri="{FF2B5EF4-FFF2-40B4-BE49-F238E27FC236}">
                <a16:creationId xmlns:a16="http://schemas.microsoft.com/office/drawing/2014/main" id="{FEA398E8-8D10-4A79-A2A4-29B7ADA9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5623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9525">
            <a:solidFill>
              <a:srgbClr val="D4A66A"/>
            </a:solidFill>
            <a:prstDash val="solid"/>
          </a:ln>
        </p:spPr>
      </p:sp>
      <p:sp>
        <p:nvSpPr>
          <p:cNvPr id="14" name="safety-callouts">
            <a:extLst xmlns:a="http://schemas.openxmlformats.org/drawingml/2006/main">
              <a:ext uri="{FF2B5EF4-FFF2-40B4-BE49-F238E27FC236}">
                <a16:creationId xmlns:a16="http://schemas.microsoft.com/office/drawing/2014/main" id="{26CBD373-06D0-49D2-8BF4-D554F3F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5F101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5F1010"/>
                </a:solidFill>
                <a:latin typeface="Arial"/>
                <a:ea typeface="Arial"/>
                <a:cs typeface="Arial"/>
              </a:rPr>
              <a:t>VO₂peak ≠ VO₂max without protocol evidence</a:t>
            </a:r>
          </a:p>
          <a:p xmlns:a="http://schemas.openxmlformats.org/drawingml/2006/main">
            <a:pPr algn="l">
              <a:defRPr sz="1163" b="1" i="0">
                <a:solidFill>
                  <a:srgbClr val="5F1010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5F1010"/>
                </a:solidFill>
                <a:latin typeface="Arial"/>
                <a:ea typeface="Arial"/>
                <a:cs typeface="Arial"/>
              </a:rPr>
              <a:t>Name-only match ≠ pooling permission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bc59560ad417d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Synthetic, contrast-explicit output. Unreviewed harmonization remains visible; visual similarity is not replication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MVP passes its synthetic gate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Network-free offline core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Reproducible, deterministic rule behavior</a:t>
            </a:r>
          </a:p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retention across evidence artifacts</a:t>
            </a:r>
          </a:p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Enforcement of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this does not demonstrate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Accuracy on independent studies or cohorts</a:t>
            </a:r>
          </a:p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assay commutability</a:t>
            </a:r>
          </a:p>
          <a:p xmlns:a="http://schemas.openxmlformats.org/drawingml/2006/main">
            <a:pPr algn="l"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public-record benchmark across diverse assay platforms</a:t>
            </a:r>
          </a:p>
          <a:p xmlns:a="http://schemas.openxmlformats.org/drawingml/2006/main">
            <a:pPr algn="l"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≥2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2026-08-19T21:54:22.6150000Z</dcterms:created>
  <dcterms:modified xsi:type="dcterms:W3CDTF">2026-08-19T21:54:22.6150000Z</dcterms:modified>
</coreProperties>
</file>