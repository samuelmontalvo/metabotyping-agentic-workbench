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4262b5ad64631" /><Relationship Type="http://schemas.openxmlformats.org/officeDocument/2006/relationships/extended-properties" Target="/docProps/app.xml" Id="R988394e723f34e5c" /><Relationship Type="http://schemas.openxmlformats.org/officeDocument/2006/relationships/officeDocument" Target="/ppt/presentation.xml" Id="R82a5e2574643449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2b69ffc1b694c56"/>
  </p:sldMasterIdLst>
  <p:notesMasterIdLst>
    <p:notesMasterId xmlns:r="http://schemas.openxmlformats.org/officeDocument/2006/relationships" r:id="R5d09ce953e1744ae"/>
  </p:notesMasterIdLst>
  <p:sldIdLst>
    <p:sldId xmlns:r="http://schemas.openxmlformats.org/officeDocument/2006/relationships" id="256" r:id="Redeadff09bcb4ad3"/>
    <p:sldId xmlns:r="http://schemas.openxmlformats.org/officeDocument/2006/relationships" id="257" r:id="Rf1950d0d9323413d"/>
    <p:sldId xmlns:r="http://schemas.openxmlformats.org/officeDocument/2006/relationships" id="258" r:id="Rd0cf0594cc1742f4"/>
    <p:sldId xmlns:r="http://schemas.openxmlformats.org/officeDocument/2006/relationships" id="259" r:id="R3925a234257a44ee"/>
    <p:sldId xmlns:r="http://schemas.openxmlformats.org/officeDocument/2006/relationships" id="260" r:id="Raa3dafc5f3524b34"/>
    <p:sldId xmlns:r="http://schemas.openxmlformats.org/officeDocument/2006/relationships" id="261" r:id="Raf67828fc61b43c3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28bbd2b51ec14e09"/>
      <p:bold xmlns:r="http://schemas.openxmlformats.org/officeDocument/2006/relationships" r:id="R4a0d7fca873c4429"/>
      <p:italic xmlns:r="http://schemas.openxmlformats.org/officeDocument/2006/relationships" r:id="R3cfe5dc9d5ae444f"/>
      <p:boldItalic xmlns:r="http://schemas.openxmlformats.org/officeDocument/2006/relationships" r:id="Ree0143f36b8f4977"/>
    </p:embeddedFont>
    <p:embeddedFont>
      <p:font typeface="Open Sans"/>
      <p:regular xmlns:r="http://schemas.openxmlformats.org/officeDocument/2006/relationships" r:id="Rd02129416df44884"/>
      <p:bold xmlns:r="http://schemas.openxmlformats.org/officeDocument/2006/relationships" r:id="Rc89683e2f8ee44b5"/>
      <p:italic xmlns:r="http://schemas.openxmlformats.org/officeDocument/2006/relationships" r:id="Rc958ec9af6c94645"/>
      <p:boldItalic xmlns:r="http://schemas.openxmlformats.org/officeDocument/2006/relationships" r:id="R63a6a4237146415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e77c07922a4e17" /><Relationship Type="http://schemas.openxmlformats.org/officeDocument/2006/relationships/slideMaster" Target="/ppt/slideMasters/slideMaster1.xml" Id="R42b69ffc1b694c56" /><Relationship Type="http://schemas.openxmlformats.org/officeDocument/2006/relationships/notesMaster" Target="/ppt/notesMasters/notesMaster1.xml" Id="R5d09ce953e1744ae" /><Relationship Type="http://schemas.openxmlformats.org/officeDocument/2006/relationships/presProps" Target="/ppt/presProps.xml" Id="R51bcb4bee0d74bb9" /><Relationship Type="http://schemas.openxmlformats.org/officeDocument/2006/relationships/viewProps" Target="/ppt/viewProps.xml" Id="R2d57b5d6306c47d7" /><Relationship Type="http://schemas.openxmlformats.org/officeDocument/2006/relationships/tableStyles" Target="/ppt/tableStyles.xml" Id="Rff8800f186e64268" /><Relationship Type="http://schemas.openxmlformats.org/officeDocument/2006/relationships/font" Target="/ppt/fonts/font.dat" Id="R28bbd2b51ec14e09" /><Relationship Type="http://schemas.openxmlformats.org/officeDocument/2006/relationships/font" Target="/ppt/fonts/font2.dat" Id="R4a0d7fca873c4429" /><Relationship Type="http://schemas.openxmlformats.org/officeDocument/2006/relationships/font" Target="/ppt/fonts/font3.dat" Id="R3cfe5dc9d5ae444f" /><Relationship Type="http://schemas.openxmlformats.org/officeDocument/2006/relationships/font" Target="/ppt/fonts/font4.dat" Id="Ree0143f36b8f4977" /><Relationship Type="http://schemas.openxmlformats.org/officeDocument/2006/relationships/font" Target="/ppt/fonts/font5.dat" Id="Rd02129416df44884" /><Relationship Type="http://schemas.openxmlformats.org/officeDocument/2006/relationships/font" Target="/ppt/fonts/font6.dat" Id="Rc89683e2f8ee44b5" /><Relationship Type="http://schemas.openxmlformats.org/officeDocument/2006/relationships/font" Target="/ppt/fonts/font7.dat" Id="Rc958ec9af6c94645" /><Relationship Type="http://schemas.openxmlformats.org/officeDocument/2006/relationships/font" Target="/ppt/fonts/font8.dat" Id="R63a6a42371464153" /><Relationship Type="http://schemas.openxmlformats.org/officeDocument/2006/relationships/slide" Target="/ppt/slides/slide1.xml" Id="Redeadff09bcb4ad3" /><Relationship Type="http://schemas.openxmlformats.org/officeDocument/2006/relationships/slide" Target="/ppt/slides/slide2.xml" Id="Rf1950d0d9323413d" /><Relationship Type="http://schemas.openxmlformats.org/officeDocument/2006/relationships/slide" Target="/ppt/slides/slide3.xml" Id="Rd0cf0594cc1742f4" /><Relationship Type="http://schemas.openxmlformats.org/officeDocument/2006/relationships/slide" Target="/ppt/slides/slide4.xml" Id="R3925a234257a44ee" /><Relationship Type="http://schemas.openxmlformats.org/officeDocument/2006/relationships/slide" Target="/ppt/slides/slide5.xml" Id="Raa3dafc5f3524b34" /><Relationship Type="http://schemas.openxmlformats.org/officeDocument/2006/relationships/slide" Target="/ppt/slides/slide6.xml" Id="Raf67828fc61b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b56469309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9b5a847c7414d" /><Relationship Type="http://schemas.openxmlformats.org/officeDocument/2006/relationships/notesMaster" Target="/ppt/notesMasters/notesMaster1.xml" Id="R801b76d6fe85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f27e5273c441d" /><Relationship Type="http://schemas.openxmlformats.org/officeDocument/2006/relationships/notesMaster" Target="/ppt/notesMasters/notesMaster1.xml" Id="R5dfee3b7bcff46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4886318664586" /><Relationship Type="http://schemas.openxmlformats.org/officeDocument/2006/relationships/notesMaster" Target="/ppt/notesMasters/notesMaster1.xml" Id="Rb121b9082aa5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06a13c5b584a69" /><Relationship Type="http://schemas.openxmlformats.org/officeDocument/2006/relationships/notesMaster" Target="/ppt/notesMasters/notesMaster1.xml" Id="Rc915104764a749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6490b81d27482a" /><Relationship Type="http://schemas.openxmlformats.org/officeDocument/2006/relationships/notesMaster" Target="/ppt/notesMasters/notesMaster1.xml" Id="R91ba0086f5b8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0e61082bf64e30" /><Relationship Type="http://schemas.openxmlformats.org/officeDocument/2006/relationships/notesMaster" Target="/ppt/notesMasters/notesMaster1.xml" Id="Rfb27c70d7131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Lewis GD et al. Metabolic signatures of exercise in human plasma. Sci Transl Med. 2010;2(33):33ra37. PMID: 20505214. DOI: 10.1126/scitranslmed.3001006.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Contrepois K et al. Molecular Choreography of Acute Exercise. Cell. 2020;181(5):1112-1130.e16. PMID: 32470399. DOI: 10.1016/j.cell.2020.04.043.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Nayor M et al. Metabolic Architecture of Acute Exercise Response in Middle-Aged Adults in the Community. Circulation. 2020. PMID: 32927962. DOI: 10.1161/CIRCULATIONAHA.120.050281.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MoTrPAC Study Group. Temporal dynamics of the multi-omic response to endurance exercise training. Nature. 2024;629:174-183. DOI: 10.1038/s41586-023-06877-w.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Darragh IA et al. Within-Subject Variability and the Influence of Exercise Training History on the Resting Plasma Metabolome in Men. Int J Sport Nutr Exerc Metab. 2023;33(3):141-150. PMID: 36963408. DOI: 10.1123/ijsnem.2022-0177.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6e660d41149ca" /><Relationship Type="http://schemas.openxmlformats.org/officeDocument/2006/relationships/image" Target="/ppt/media/image2.png" Id="R119043a6108b49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433bca9de49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f9ab16ba44c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26d842c9046da" /><Relationship Type="http://schemas.openxmlformats.org/officeDocument/2006/relationships/image" Target="/ppt/media/image2.png" Id="Rf1fc59e296ea4506" /><Relationship Type="http://schemas.openxmlformats.org/officeDocument/2006/relationships/image" Target="/ppt/media/image.jpeg" Id="R6fbd9ebbc1a54f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b9aa3db94441d" /><Relationship Type="http://schemas.openxmlformats.org/officeDocument/2006/relationships/image" Target="/ppt/media/image2.png" Id="Reffe48f8efa64f16" /><Relationship Type="http://schemas.openxmlformats.org/officeDocument/2006/relationships/image" Target="/ppt/media/image3.png" Id="Rb498dc43cd4041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6b1e0872e4f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d3aaf44e044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7e3b3490346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dea57f4ff45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d561cab4b4b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cf008068f144d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773a4592b4d1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8cc162bad489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8855bd524420b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9043a6108b49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fc59e296ea45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fbd9ebbc1a54fe7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fe48f8efa64f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8dc43cd4041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bc13a1bbe8741db" /><Relationship Type="http://schemas.openxmlformats.org/officeDocument/2006/relationships/theme" Target="/ppt/slideMasters/theme/theme2.xml" Id="R903aaf22218847fe" /><Relationship Type="http://schemas.openxmlformats.org/officeDocument/2006/relationships/slideLayout" Target="/ppt/slideLayouts/slideLayout1.xml" Id="R16ed62a6b60443ba" /><Relationship Type="http://schemas.openxmlformats.org/officeDocument/2006/relationships/slideLayout" Target="/ppt/slideLayouts/slideLayout2.xml" Id="Ra9c1e73a18b64a94" /><Relationship Type="http://schemas.openxmlformats.org/officeDocument/2006/relationships/slideLayout" Target="/ppt/slideLayouts/slideLayout3.xml" Id="Ra8206f5b264d4985" /><Relationship Type="http://schemas.openxmlformats.org/officeDocument/2006/relationships/slideLayout" Target="/ppt/slideLayouts/slideLayout4.xml" Id="R8733e572d7c44682" /><Relationship Type="http://schemas.openxmlformats.org/officeDocument/2006/relationships/slideLayout" Target="/ppt/slideLayouts/slideLayout5.xml" Id="R829e3039cb3541da" /><Relationship Type="http://schemas.openxmlformats.org/officeDocument/2006/relationships/slideLayout" Target="/ppt/slideLayouts/slideLayout6.xml" Id="R6445f877bec14eac" /><Relationship Type="http://schemas.openxmlformats.org/officeDocument/2006/relationships/slideLayout" Target="/ppt/slideLayouts/slideLayout7.xml" Id="R47285a2e38af47a5" /><Relationship Type="http://schemas.openxmlformats.org/officeDocument/2006/relationships/slideLayout" Target="/ppt/slideLayouts/slideLayout8.xml" Id="R3c623b3932f1427c" /><Relationship Type="http://schemas.openxmlformats.org/officeDocument/2006/relationships/slideLayout" Target="/ppt/slideLayouts/slideLayout9.xml" Id="R547d515801cc49b3" /><Relationship Type="http://schemas.openxmlformats.org/officeDocument/2006/relationships/slideLayout" Target="/ppt/slideLayouts/slideLayout10.xml" Id="R48571f3361b3423a" /><Relationship Type="http://schemas.openxmlformats.org/officeDocument/2006/relationships/slideLayout" Target="/ppt/slideLayouts/slideLayout11.xml" Id="R3cfbc8ec9096495a" /><Relationship Type="http://schemas.openxmlformats.org/officeDocument/2006/relationships/slideLayout" Target="/ppt/slideLayouts/slideLayout12.xml" Id="R9b23ffdedfc34456" /><Relationship Type="http://schemas.openxmlformats.org/officeDocument/2006/relationships/slideLayout" Target="/ppt/slideLayouts/slideLayout13.xml" Id="Rd7a579394a8d40be" /><Relationship Type="http://schemas.openxmlformats.org/officeDocument/2006/relationships/slideLayout" Target="/ppt/slideLayouts/slideLayout14.xml" Id="Rb3edde861aad45a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c13a1bbe8741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ed62a6b60443ba"/>
    <p:sldLayoutId xmlns:r="http://schemas.openxmlformats.org/officeDocument/2006/relationships" id="2147483650" r:id="Ra9c1e73a18b64a94"/>
    <p:sldLayoutId xmlns:r="http://schemas.openxmlformats.org/officeDocument/2006/relationships" id="2147483651" r:id="Ra8206f5b264d4985"/>
    <p:sldLayoutId xmlns:r="http://schemas.openxmlformats.org/officeDocument/2006/relationships" id="2147483652" r:id="R8733e572d7c44682"/>
    <p:sldLayoutId xmlns:r="http://schemas.openxmlformats.org/officeDocument/2006/relationships" id="2147483653" r:id="R829e3039cb3541da"/>
    <p:sldLayoutId xmlns:r="http://schemas.openxmlformats.org/officeDocument/2006/relationships" id="2147483654" r:id="R6445f877bec14eac"/>
    <p:sldLayoutId xmlns:r="http://schemas.openxmlformats.org/officeDocument/2006/relationships" id="2147483655" r:id="R47285a2e38af47a5"/>
    <p:sldLayoutId xmlns:r="http://schemas.openxmlformats.org/officeDocument/2006/relationships" id="2147483656" r:id="R3c623b3932f1427c"/>
    <p:sldLayoutId xmlns:r="http://schemas.openxmlformats.org/officeDocument/2006/relationships" id="2147483657" r:id="R547d515801cc49b3"/>
    <p:sldLayoutId xmlns:r="http://schemas.openxmlformats.org/officeDocument/2006/relationships" id="2147483658" r:id="R48571f3361b3423a"/>
    <p:sldLayoutId xmlns:r="http://schemas.openxmlformats.org/officeDocument/2006/relationships" id="2147483659" r:id="R3cfbc8ec9096495a"/>
    <p:sldLayoutId xmlns:r="http://schemas.openxmlformats.org/officeDocument/2006/relationships" id="2147483660" r:id="R9b23ffdedfc34456"/>
    <p:sldLayoutId xmlns:r="http://schemas.openxmlformats.org/officeDocument/2006/relationships" id="2147483661" r:id="Rd7a579394a8d40be"/>
    <p:sldLayoutId xmlns:r="http://schemas.openxmlformats.org/officeDocument/2006/relationships" id="2147483662" r:id="Rb3edde861aad45a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ade62fd2f304b4b" /><Relationship Type="http://schemas.openxmlformats.org/officeDocument/2006/relationships/image" Target="/ppt/media/image4.png" Id="Rc7978b76ef0343ea" /><Relationship Type="http://schemas.openxmlformats.org/officeDocument/2006/relationships/notesSlide" Target="/ppt/notesSlides/notesSlide1.xml" Id="R6279561fb0524b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1aebe06b3ee46f1" /><Relationship Type="http://schemas.openxmlformats.org/officeDocument/2006/relationships/notesSlide" Target="/ppt/notesSlides/notesSlide2.xml" Id="Rade2d8bf01a34e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9a8493961d74895" /><Relationship Type="http://schemas.openxmlformats.org/officeDocument/2006/relationships/notesSlide" Target="/ppt/notesSlides/notesSlide3.xml" Id="R084bf3eb36c7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6ec0593b3734edc" /><Relationship Type="http://schemas.openxmlformats.org/officeDocument/2006/relationships/notesSlide" Target="/ppt/notesSlides/notesSlide4.xml" Id="Rd56a5c04eb9949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744686fd5d04183" /><Relationship Type="http://schemas.openxmlformats.org/officeDocument/2006/relationships/image" Target="/ppt/media/image5.png" Id="Rbd1b3fff17eb4c57" /><Relationship Type="http://schemas.openxmlformats.org/officeDocument/2006/relationships/notesSlide" Target="/ppt/notesSlides/notesSlide5.xml" Id="Ra7e2ef2c0ea642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2677e6a568c49e3" /><Relationship Type="http://schemas.openxmlformats.org/officeDocument/2006/relationships/notesSlide" Target="/ppt/notesSlides/notesSlide6.xml" Id="Ra8639eadbeac46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78b76ef0343ea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Evidence-gated discovery, curation, and harmonization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for metabolomics reuse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gaps are the bottleneck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studies can be combined, investigators must establish what was measured, when, how, and with what identity and assay evidence.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usable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Verify metadata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access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Reconcile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uncertainty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to expert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 similarity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VO₂max.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are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poolable.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Without explicit evidence states, confident automation can silently convert uncertainty into analysis-ready data.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Metabolites reveal how exercise changes biology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Exercise rapidly shifts fuels, amino acids, lipids, and signaling molecules, while training reshapes metabolism across tissues.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Capture rapid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responses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Map tissue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Explain response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testable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biomarkers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Timing and intensity change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observed signature.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Sex, fitness, diet, and assay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design can shift results.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Many studies are small,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single-tissue, or sparsely sampled.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Larger, harmonized studies can separate reproducible biology from context-specific signals and support precision-exercise hypotheses.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Heterogeneous records become explicit evidence models before any decision moves downstream.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models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Deterministic decisions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gaps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+ assay checks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Reviewable 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candidates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Provenance-bearing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requires human review     |     non-combinable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artifact records source location, rule version, rationale, and unresolved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Contracts propose—never decide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assemble evidence and frame questions for review.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enforce advisory output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Typed packets require human adjudication and contain no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blocks unsafe merges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 artifacts.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b3fff17eb4c57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Synthetic, contrast-explicit output. Unreviewed harmonization remains visible; visual similarity is not replication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offline prototype passes its synthetic test suite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Network-free offline core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Reproducible, deterministic rule behavior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retention across evidence artifacts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Enforcement of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this does not demonstrate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Accuracy on independent studies or cohorts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assay commutability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public-record benchmark across diverse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≥2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2026-08-19T22:27:22.6930000Z</dcterms:created>
  <dcterms:modified xsi:type="dcterms:W3CDTF">2026-08-19T22:27:22.6930000Z</dcterms:modified>
</coreProperties>
</file>