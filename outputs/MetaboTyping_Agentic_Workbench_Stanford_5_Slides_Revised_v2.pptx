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8fc0c92174adf" /><Relationship Type="http://schemas.openxmlformats.org/officeDocument/2006/relationships/extended-properties" Target="/docProps/app.xml" Id="R9efce04d8ff541f1" /><Relationship Type="http://schemas.openxmlformats.org/officeDocument/2006/relationships/officeDocument" Target="/ppt/presentation.xml" Id="R7e2d12540361442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36526fa9e9c48cd"/>
  </p:sldMasterIdLst>
  <p:notesMasterIdLst>
    <p:notesMasterId xmlns:r="http://schemas.openxmlformats.org/officeDocument/2006/relationships" r:id="Rc01708ece7d14de1"/>
  </p:notesMasterIdLst>
  <p:sldIdLst>
    <p:sldId xmlns:r="http://schemas.openxmlformats.org/officeDocument/2006/relationships" id="256" r:id="Re80bde1bf930499f"/>
    <p:sldId xmlns:r="http://schemas.openxmlformats.org/officeDocument/2006/relationships" id="257" r:id="Rdc8c369a253646f3"/>
    <p:sldId xmlns:r="http://schemas.openxmlformats.org/officeDocument/2006/relationships" id="258" r:id="R105f7e35a1a542f2"/>
    <p:sldId xmlns:r="http://schemas.openxmlformats.org/officeDocument/2006/relationships" id="259" r:id="R7323c60d23b34bd7"/>
    <p:sldId xmlns:r="http://schemas.openxmlformats.org/officeDocument/2006/relationships" id="260" r:id="R5bf51f1eea844fae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d29319ad19dc4e0d"/>
      <p:bold xmlns:r="http://schemas.openxmlformats.org/officeDocument/2006/relationships" r:id="Rf117c07d7f724f3a"/>
      <p:italic xmlns:r="http://schemas.openxmlformats.org/officeDocument/2006/relationships" r:id="Rf53511a5098b420b"/>
      <p:boldItalic xmlns:r="http://schemas.openxmlformats.org/officeDocument/2006/relationships" r:id="R0febb740f17a4d6a"/>
    </p:embeddedFont>
    <p:embeddedFont>
      <p:font typeface="Open Sans"/>
      <p:regular xmlns:r="http://schemas.openxmlformats.org/officeDocument/2006/relationships" r:id="R056e7510623c478b"/>
      <p:bold xmlns:r="http://schemas.openxmlformats.org/officeDocument/2006/relationships" r:id="R6702d694989a45da"/>
      <p:italic xmlns:r="http://schemas.openxmlformats.org/officeDocument/2006/relationships" r:id="Rf4699be7b7d84b59"/>
      <p:boldItalic xmlns:r="http://schemas.openxmlformats.org/officeDocument/2006/relationships" r:id="R1914ce6838fd441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521eec74764c75" /><Relationship Type="http://schemas.openxmlformats.org/officeDocument/2006/relationships/slideMaster" Target="/ppt/slideMasters/slideMaster1.xml" Id="R736526fa9e9c48cd" /><Relationship Type="http://schemas.openxmlformats.org/officeDocument/2006/relationships/notesMaster" Target="/ppt/notesMasters/notesMaster1.xml" Id="Rc01708ece7d14de1" /><Relationship Type="http://schemas.openxmlformats.org/officeDocument/2006/relationships/presProps" Target="/ppt/presProps.xml" Id="R4580bfc750f949bc" /><Relationship Type="http://schemas.openxmlformats.org/officeDocument/2006/relationships/viewProps" Target="/ppt/viewProps.xml" Id="R13ec332d3c8548a5" /><Relationship Type="http://schemas.openxmlformats.org/officeDocument/2006/relationships/tableStyles" Target="/ppt/tableStyles.xml" Id="R0d2b9f40272b4586" /><Relationship Type="http://schemas.openxmlformats.org/officeDocument/2006/relationships/font" Target="/ppt/fonts/font.dat" Id="Rd29319ad19dc4e0d" /><Relationship Type="http://schemas.openxmlformats.org/officeDocument/2006/relationships/font" Target="/ppt/fonts/font2.dat" Id="Rf117c07d7f724f3a" /><Relationship Type="http://schemas.openxmlformats.org/officeDocument/2006/relationships/font" Target="/ppt/fonts/font3.dat" Id="Rf53511a5098b420b" /><Relationship Type="http://schemas.openxmlformats.org/officeDocument/2006/relationships/font" Target="/ppt/fonts/font4.dat" Id="R0febb740f17a4d6a" /><Relationship Type="http://schemas.openxmlformats.org/officeDocument/2006/relationships/font" Target="/ppt/fonts/font5.dat" Id="R056e7510623c478b" /><Relationship Type="http://schemas.openxmlformats.org/officeDocument/2006/relationships/font" Target="/ppt/fonts/font6.dat" Id="R6702d694989a45da" /><Relationship Type="http://schemas.openxmlformats.org/officeDocument/2006/relationships/font" Target="/ppt/fonts/font7.dat" Id="Rf4699be7b7d84b59" /><Relationship Type="http://schemas.openxmlformats.org/officeDocument/2006/relationships/font" Target="/ppt/fonts/font8.dat" Id="R1914ce6838fd4415" /><Relationship Type="http://schemas.openxmlformats.org/officeDocument/2006/relationships/slide" Target="/ppt/slides/slide1.xml" Id="Re80bde1bf930499f" /><Relationship Type="http://schemas.openxmlformats.org/officeDocument/2006/relationships/slide" Target="/ppt/slides/slide2.xml" Id="Rdc8c369a253646f3" /><Relationship Type="http://schemas.openxmlformats.org/officeDocument/2006/relationships/slide" Target="/ppt/slides/slide3.xml" Id="R105f7e35a1a542f2" /><Relationship Type="http://schemas.openxmlformats.org/officeDocument/2006/relationships/slide" Target="/ppt/slides/slide4.xml" Id="R7323c60d23b34bd7" /><Relationship Type="http://schemas.openxmlformats.org/officeDocument/2006/relationships/slide" Target="/ppt/slides/slide5.xml" Id="R5bf51f1eea844f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5f9b1ad8c9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06a61a20724bdf" /><Relationship Type="http://schemas.openxmlformats.org/officeDocument/2006/relationships/notesMaster" Target="/ppt/notesMasters/notesMaster1.xml" Id="R80afa263483c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4ada30e58f4a12" /><Relationship Type="http://schemas.openxmlformats.org/officeDocument/2006/relationships/notesMaster" Target="/ppt/notesMasters/notesMaster1.xml" Id="Rf890f72cc7b44a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1a4f2dcd348fc" /><Relationship Type="http://schemas.openxmlformats.org/officeDocument/2006/relationships/notesMaster" Target="/ppt/notesMasters/notesMaster1.xml" Id="R5bad80cc6130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088830fb214b96" /><Relationship Type="http://schemas.openxmlformats.org/officeDocument/2006/relationships/notesMaster" Target="/ppt/notesMasters/notesMaster1.xml" Id="R3f15c47b723449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aa55dfd434182" /><Relationship Type="http://schemas.openxmlformats.org/officeDocument/2006/relationships/notesMaster" Target="/ppt/notesMasters/notesMaster1.xml" Id="Rafcd7e466b64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b9cfb883c4eeb" /><Relationship Type="http://schemas.openxmlformats.org/officeDocument/2006/relationships/image" Target="/ppt/media/image2.png" Id="R1efeaac7daaf41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7ddea6c614f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e2f03cf094f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fd6df6bd144ca" /><Relationship Type="http://schemas.openxmlformats.org/officeDocument/2006/relationships/image" Target="/ppt/media/image2.png" Id="Rfa6d37c0eb8d4619" /><Relationship Type="http://schemas.openxmlformats.org/officeDocument/2006/relationships/image" Target="/ppt/media/image.jpeg" Id="Re5dea82fd7884d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384bba0de4441" /><Relationship Type="http://schemas.openxmlformats.org/officeDocument/2006/relationships/image" Target="/ppt/media/image2.png" Id="Rf75c2691e35f4817" /><Relationship Type="http://schemas.openxmlformats.org/officeDocument/2006/relationships/image" Target="/ppt/media/image3.png" Id="R2695fe7812b547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81b267e154e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36e5f14a24b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df3ae1d434b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cea238ece42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1a403ac4649e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7db8a3f784c4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32db871ad4b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40cadcecd416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6a92f5bfa432f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feaac7daaf41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6d37c0eb8d46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5dea82fd7884d9b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5c2691e35f48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5fe7812b5472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95ae6dc14bd4626" /><Relationship Type="http://schemas.openxmlformats.org/officeDocument/2006/relationships/theme" Target="/ppt/slideMasters/theme/theme2.xml" Id="Rcf2c17ca734f4186" /><Relationship Type="http://schemas.openxmlformats.org/officeDocument/2006/relationships/slideLayout" Target="/ppt/slideLayouts/slideLayout1.xml" Id="Rb1ca019586344239" /><Relationship Type="http://schemas.openxmlformats.org/officeDocument/2006/relationships/slideLayout" Target="/ppt/slideLayouts/slideLayout2.xml" Id="R565818fe861047fa" /><Relationship Type="http://schemas.openxmlformats.org/officeDocument/2006/relationships/slideLayout" Target="/ppt/slideLayouts/slideLayout3.xml" Id="R8787ffe2592840ab" /><Relationship Type="http://schemas.openxmlformats.org/officeDocument/2006/relationships/slideLayout" Target="/ppt/slideLayouts/slideLayout4.xml" Id="Rd73443d86539445f" /><Relationship Type="http://schemas.openxmlformats.org/officeDocument/2006/relationships/slideLayout" Target="/ppt/slideLayouts/slideLayout5.xml" Id="R4eef27e7083b49cf" /><Relationship Type="http://schemas.openxmlformats.org/officeDocument/2006/relationships/slideLayout" Target="/ppt/slideLayouts/slideLayout6.xml" Id="R6412c30b37cb4fba" /><Relationship Type="http://schemas.openxmlformats.org/officeDocument/2006/relationships/slideLayout" Target="/ppt/slideLayouts/slideLayout7.xml" Id="R0edf4705053c4fcf" /><Relationship Type="http://schemas.openxmlformats.org/officeDocument/2006/relationships/slideLayout" Target="/ppt/slideLayouts/slideLayout8.xml" Id="Rd41d4613a8144c8d" /><Relationship Type="http://schemas.openxmlformats.org/officeDocument/2006/relationships/slideLayout" Target="/ppt/slideLayouts/slideLayout9.xml" Id="R67e107a08fbf4148" /><Relationship Type="http://schemas.openxmlformats.org/officeDocument/2006/relationships/slideLayout" Target="/ppt/slideLayouts/slideLayout10.xml" Id="R40ef56ef726048b0" /><Relationship Type="http://schemas.openxmlformats.org/officeDocument/2006/relationships/slideLayout" Target="/ppt/slideLayouts/slideLayout11.xml" Id="Rac1804beb0604a11" /><Relationship Type="http://schemas.openxmlformats.org/officeDocument/2006/relationships/slideLayout" Target="/ppt/slideLayouts/slideLayout12.xml" Id="Re7e5b5111f72496b" /><Relationship Type="http://schemas.openxmlformats.org/officeDocument/2006/relationships/slideLayout" Target="/ppt/slideLayouts/slideLayout13.xml" Id="R07c4af4e44624a52" /><Relationship Type="http://schemas.openxmlformats.org/officeDocument/2006/relationships/slideLayout" Target="/ppt/slideLayouts/slideLayout14.xml" Id="R21d17d5d54034a7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5ae6dc14bd46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a019586344239"/>
    <p:sldLayoutId xmlns:r="http://schemas.openxmlformats.org/officeDocument/2006/relationships" id="2147483650" r:id="R565818fe861047fa"/>
    <p:sldLayoutId xmlns:r="http://schemas.openxmlformats.org/officeDocument/2006/relationships" id="2147483651" r:id="R8787ffe2592840ab"/>
    <p:sldLayoutId xmlns:r="http://schemas.openxmlformats.org/officeDocument/2006/relationships" id="2147483652" r:id="Rd73443d86539445f"/>
    <p:sldLayoutId xmlns:r="http://schemas.openxmlformats.org/officeDocument/2006/relationships" id="2147483653" r:id="R4eef27e7083b49cf"/>
    <p:sldLayoutId xmlns:r="http://schemas.openxmlformats.org/officeDocument/2006/relationships" id="2147483654" r:id="R6412c30b37cb4fba"/>
    <p:sldLayoutId xmlns:r="http://schemas.openxmlformats.org/officeDocument/2006/relationships" id="2147483655" r:id="R0edf4705053c4fcf"/>
    <p:sldLayoutId xmlns:r="http://schemas.openxmlformats.org/officeDocument/2006/relationships" id="2147483656" r:id="Rd41d4613a8144c8d"/>
    <p:sldLayoutId xmlns:r="http://schemas.openxmlformats.org/officeDocument/2006/relationships" id="2147483657" r:id="R67e107a08fbf4148"/>
    <p:sldLayoutId xmlns:r="http://schemas.openxmlformats.org/officeDocument/2006/relationships" id="2147483658" r:id="R40ef56ef726048b0"/>
    <p:sldLayoutId xmlns:r="http://schemas.openxmlformats.org/officeDocument/2006/relationships" id="2147483659" r:id="Rac1804beb0604a11"/>
    <p:sldLayoutId xmlns:r="http://schemas.openxmlformats.org/officeDocument/2006/relationships" id="2147483660" r:id="Re7e5b5111f72496b"/>
    <p:sldLayoutId xmlns:r="http://schemas.openxmlformats.org/officeDocument/2006/relationships" id="2147483661" r:id="R07c4af4e44624a52"/>
    <p:sldLayoutId xmlns:r="http://schemas.openxmlformats.org/officeDocument/2006/relationships" id="2147483662" r:id="R21d17d5d54034a7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780307ead314375" /><Relationship Type="http://schemas.openxmlformats.org/officeDocument/2006/relationships/image" Target="/ppt/media/image4.png" Id="Rab3c63f824b746c2" /><Relationship Type="http://schemas.openxmlformats.org/officeDocument/2006/relationships/notesSlide" Target="/ppt/notesSlides/notesSlide1.xml" Id="Re1cbb0eaae69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93f687587444129" /><Relationship Type="http://schemas.openxmlformats.org/officeDocument/2006/relationships/notesSlide" Target="/ppt/notesSlides/notesSlide2.xml" Id="Rfadfdece201b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54ea6815bd944b7" /><Relationship Type="http://schemas.openxmlformats.org/officeDocument/2006/relationships/notesSlide" Target="/ppt/notesSlides/notesSlide3.xml" Id="Rd9f84adca0dc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0b94476ccdd4dc7" /><Relationship Type="http://schemas.openxmlformats.org/officeDocument/2006/relationships/image" Target="/ppt/media/image5.png" Id="Rf75855b555304880" /><Relationship Type="http://schemas.openxmlformats.org/officeDocument/2006/relationships/notesSlide" Target="/ppt/notesSlides/notesSlide4.xml" Id="R157b5f682c5a4e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fe43d3646d9448f" /><Relationship Type="http://schemas.openxmlformats.org/officeDocument/2006/relationships/notesSlide" Target="/ppt/notesSlides/notesSlide5.xml" Id="Rcc08404da4bb40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c63f824b746c2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Evidence-gated discovery, curation, and harmonization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for metabolomics reuse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gaps are the bottleneck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studies can be combined, investigators must establish what was measured, when, how, and with what identity and assay evidence.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usable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Verify metadata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access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Reconcile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uncertainty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to expert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 similarity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VO₂max.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are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poolable.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Without explicit evidence states, confident automation can silently convert uncertainty into analysis-ready data.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Heterogeneous records become explicit evidence models before any decision moves downstream.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models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Deterministic decisions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gaps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+ assay checks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Reviewable 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candidates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Provenance-bearing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requires human review     |     non-combinable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artifact records source location, rule version, rationale, and unresolved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Contracts propose—never decide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assemble evidence and frame questions for review.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enforce advisory output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Typed packets require human adjudication and contain no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blocks unsafe merges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 artifacts.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855b555304880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Synthetic, contrast-explicit output. Unreviewed harmonization remains visible; visual similarity is not replication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MVP passes its synthetic gate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Network-free offline core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Reproducible, deterministic rule behavior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retention across evidence artifacts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Enforcement of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this does not demonstrate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Accuracy on independent studies or cohorts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assay commutability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public-record benchmark across diverse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≥2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2026-08-19T22:21:01.2490000Z</dcterms:created>
  <dcterms:modified xsi:type="dcterms:W3CDTF">2026-08-19T22:21:01.2490000Z</dcterms:modified>
</coreProperties>
</file>